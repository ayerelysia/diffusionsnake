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B1F2A"/>
                </a:solidFill>
              </a:rPr>
              <a:t>矢状位椎体实例分割方案汇报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04040"/>
                </a:solidFill>
              </a:rPr>
              <a:t>纯2D · MoonViT特征 · Flow Matching · 时序初始化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9090"/>
                </a:solidFill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整体架构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输入：单张矢状位切片（灰度图），center_repeat 复制为3通道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检测头：heatmap_resnet，预测26类椎体 bbox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特征：MoonViT 离线缓存，取 layer_18 + layer_26 各1152通道，拼接为2304-dim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特征对齐：LocateFeatReplacer 将2304-dim 压缩至256-dim，替换 backbone 特征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分割头：V4.6c DiT Flow Matching（ODE求解），Point-based 轮廓预测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关键原则：不引入任何跨帧信息 — 特征提取、attention、backbone 全部单帧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MoonViT 预训练大模型特征为只读离线缓存，不参与梯度反传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训练设计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</a:rPr>
              <a:t>标准2D训练（70%概率）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303520" cy="228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</a:rPr>
              <a:t>▸  输入：当前帧矢状位切片
▸  初始化：由GT bbox派生的八边形初始轮廓
▸  监督：当前帧GT轮廓
▸  rich-state采样：在 init→GT 轨迹上随机取状态
▸  模型学习：从八边形初始化精修到GT轮廓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</a:rPr>
              <a:t>前帧轮廓初始化（30%概率）✨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920240"/>
            <a:ext cx="5303520" cy="228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</a:rPr>
              <a:t>▸  输入：仍是当前帧矢状位切片（纯2D，不变！）
▸  初始化：从相邻切片mask取同类别轮廓作为初始值
▸  监督：当前帧GT轮廓（与标准训练完全一致）
▸  目的：模型学会「从接近GT的外部轮廓精修」
▸  对齐推理：训练与推理的初始化来源保持一致
▸  边界处理：无相邻帧时自动退回八边形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DE"/>
                </a:solidFill>
              </a:rPr>
              <a:t>※ 纯2D：前帧信息仅用于初始轮廓，不进入特征提取，无跨帧attention，无3D结构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推理：时序轮廓传播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维护 prev_cache = {class_id: contour}，每帧推理后更新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case_id 发生变更时，自动清空 prev_cache（进入新病例）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每帧检测出 bbox 后，按 class_id 查询 prev_cache：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     - 命中（该椎体上一帧有预测）→ 用前帧预测轮廓作为初始化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     - 未命中（首次出现的新椎体）→ 退回 bbox 派生的八边形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output['py'] 为 feature 坐标系，直接缓存无需坐标变换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设计亮点：椎体每类唯一，按 class_id 直接匹配，无需 IoU 跟踪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零模型改动：复用现有 sam_i_it_py 注入路径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可通过 --no_temporal 关闭做消融基线对比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训练现状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当前状态：正在重新提取 MoonViT 双层缓存（layer_18 + layer_26），提取完成后重启训练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缓存提取：约26589帧，GPU6，每分钟约95帧，预计约4.5小时完成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前次训练 loss 情况（约340步后停止）：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     det_loss：162 → 0.88（检测头快速收敛）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     diff_loss：0.5 → 0.003（flow matching loss 基本收敛）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▸  已修复问题：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     mask噪声碎片拆出51个instance（正常≤20）→ 每类只保留最大连通域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     config key 未注册到 yacs schema → 已补充 sagittal_moonvit_fusion_mode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B1F2A"/>
                </a:solidFill>
              </a:rPr>
              <a:t>     center_only 分支缺 patch_size/path 元数据 → 已修复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下一阶段思考：要不要引入3D信息？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</a:rPr>
              <a:t>方向A：继续强化纯2D + 时序传播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303520" cy="228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</a:rPr>
              <a:t>▸  当前方案已有时序初始化，无需额外改动
▸  训练/推理改动小，风险可控
▸  等待当前训练结果，量化时序传播的收益
▸  后续可调整 prev_contour_init_prob 做消融
▸  代价：跨切片解剖差异大时效果受限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</a:rPr>
              <a:t>方向B：引入真3D体素信息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920240"/>
            <a:ext cx="5303520" cy="228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1F2A"/>
                </a:solidFill>
              </a:rPr>
              <a:t>▸  在特征层面引入相邻切片的3D上下文
▸  潜在收益：对薄层/高分辨率数据更准确
▸  代价：模型结构需要较大改动（大换血）
▸  训练数据和显存压力显著增加
▸  建议：先验证纯2D时序方案，再决定是否上3D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DE"/>
                </a:solidFill>
              </a:rPr>
              <a:t>当前判断：先拿到纯2D+时序传播的定量结果，再做是否引入3D的决策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